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6421"/>
            <a:ext cx="12189714" cy="4792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4762"/>
            <a:ext cx="12192000" cy="503555"/>
          </a:xfrm>
          <a:custGeom>
            <a:avLst/>
            <a:gdLst/>
            <a:ahLst/>
            <a:cxnLst/>
            <a:rect l="l" t="t" r="r" b="b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152" y="153161"/>
            <a:ext cx="8099043" cy="9646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1250" y="2939923"/>
            <a:ext cx="8322945" cy="2010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75770" y="6464909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www.digitalindia.gov.in/?utm_source=chatgpt.com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im.gov.in/?utm_source=chatgpt.com" TargetMode="External"/><Relationship Id="rId5" Type="http://schemas.openxmlformats.org/officeDocument/2006/relationships/hyperlink" Target="https://www.aicte-india.org/?utm_source=chatgpt.com" TargetMode="External"/><Relationship Id="rId4" Type="http://schemas.openxmlformats.org/officeDocument/2006/relationships/hyperlink" Target="https://www.sih.gov.in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6770" y="851535"/>
            <a:ext cx="4638675" cy="5155565"/>
            <a:chOff x="5656770" y="851535"/>
            <a:chExt cx="4638675" cy="5155565"/>
          </a:xfrm>
        </p:grpSpPr>
        <p:sp>
          <p:nvSpPr>
            <p:cNvPr id="3" name="object 3"/>
            <p:cNvSpPr/>
            <p:nvPr/>
          </p:nvSpPr>
          <p:spPr>
            <a:xfrm>
              <a:off x="5656770" y="851535"/>
              <a:ext cx="4638675" cy="5155565"/>
            </a:xfrm>
            <a:custGeom>
              <a:avLst/>
              <a:gdLst/>
              <a:ahLst/>
              <a:cxnLst/>
              <a:rect l="l" t="t" r="r" b="b"/>
              <a:pathLst>
                <a:path w="4638675" h="5155565">
                  <a:moveTo>
                    <a:pt x="1873313" y="0"/>
                  </a:moveTo>
                  <a:lnTo>
                    <a:pt x="1180020" y="0"/>
                  </a:lnTo>
                  <a:lnTo>
                    <a:pt x="1147349" y="5788"/>
                  </a:lnTo>
                  <a:lnTo>
                    <a:pt x="1092152" y="48702"/>
                  </a:lnTo>
                  <a:lnTo>
                    <a:pt x="1072197" y="83565"/>
                  </a:lnTo>
                  <a:lnTo>
                    <a:pt x="726249" y="881126"/>
                  </a:lnTo>
                  <a:lnTo>
                    <a:pt x="713605" y="920626"/>
                  </a:lnTo>
                  <a:lnTo>
                    <a:pt x="709390" y="962723"/>
                  </a:lnTo>
                  <a:lnTo>
                    <a:pt x="713605" y="1004820"/>
                  </a:lnTo>
                  <a:lnTo>
                    <a:pt x="726249" y="1044320"/>
                  </a:lnTo>
                  <a:lnTo>
                    <a:pt x="1072197" y="1842007"/>
                  </a:lnTo>
                  <a:lnTo>
                    <a:pt x="1092168" y="1876837"/>
                  </a:lnTo>
                  <a:lnTo>
                    <a:pt x="1118552" y="1903602"/>
                  </a:lnTo>
                  <a:lnTo>
                    <a:pt x="786955" y="2668269"/>
                  </a:lnTo>
                  <a:lnTo>
                    <a:pt x="769411" y="2714122"/>
                  </a:lnTo>
                  <a:lnTo>
                    <a:pt x="756880" y="2762295"/>
                  </a:lnTo>
                  <a:lnTo>
                    <a:pt x="749361" y="2812013"/>
                  </a:lnTo>
                  <a:lnTo>
                    <a:pt x="746855" y="2862500"/>
                  </a:lnTo>
                  <a:lnTo>
                    <a:pt x="749361" y="2912981"/>
                  </a:lnTo>
                  <a:lnTo>
                    <a:pt x="756880" y="2962681"/>
                  </a:lnTo>
                  <a:lnTo>
                    <a:pt x="769411" y="3010824"/>
                  </a:lnTo>
                  <a:lnTo>
                    <a:pt x="786955" y="3056636"/>
                  </a:lnTo>
                  <a:lnTo>
                    <a:pt x="1610550" y="4956022"/>
                  </a:lnTo>
                  <a:lnTo>
                    <a:pt x="1635991" y="5005818"/>
                  </a:lnTo>
                  <a:lnTo>
                    <a:pt x="1666114" y="5049317"/>
                  </a:lnTo>
                  <a:lnTo>
                    <a:pt x="1700357" y="5086022"/>
                  </a:lnTo>
                  <a:lnTo>
                    <a:pt x="1738162" y="5115434"/>
                  </a:lnTo>
                  <a:lnTo>
                    <a:pt x="1778968" y="5137059"/>
                  </a:lnTo>
                  <a:lnTo>
                    <a:pt x="1822215" y="5150398"/>
                  </a:lnTo>
                  <a:lnTo>
                    <a:pt x="1867344" y="5154955"/>
                  </a:lnTo>
                  <a:lnTo>
                    <a:pt x="3518090" y="5154955"/>
                  </a:lnTo>
                  <a:lnTo>
                    <a:pt x="3562089" y="5150398"/>
                  </a:lnTo>
                  <a:lnTo>
                    <a:pt x="3604828" y="5137059"/>
                  </a:lnTo>
                  <a:lnTo>
                    <a:pt x="3645500" y="5115434"/>
                  </a:lnTo>
                  <a:lnTo>
                    <a:pt x="3683294" y="5086022"/>
                  </a:lnTo>
                  <a:lnTo>
                    <a:pt x="3717402" y="5049317"/>
                  </a:lnTo>
                  <a:lnTo>
                    <a:pt x="3747017" y="5005818"/>
                  </a:lnTo>
                  <a:lnTo>
                    <a:pt x="3771328" y="4956022"/>
                  </a:lnTo>
                  <a:lnTo>
                    <a:pt x="4598479" y="3056635"/>
                  </a:lnTo>
                  <a:lnTo>
                    <a:pt x="4616023" y="3010824"/>
                  </a:lnTo>
                  <a:lnTo>
                    <a:pt x="4628554" y="2962681"/>
                  </a:lnTo>
                  <a:lnTo>
                    <a:pt x="4636073" y="2912981"/>
                  </a:lnTo>
                  <a:lnTo>
                    <a:pt x="4638579" y="2862500"/>
                  </a:lnTo>
                  <a:lnTo>
                    <a:pt x="4636073" y="2812013"/>
                  </a:lnTo>
                  <a:lnTo>
                    <a:pt x="4628554" y="2762295"/>
                  </a:lnTo>
                  <a:lnTo>
                    <a:pt x="4616023" y="2714122"/>
                  </a:lnTo>
                  <a:lnTo>
                    <a:pt x="4598479" y="2668269"/>
                  </a:lnTo>
                  <a:lnTo>
                    <a:pt x="4270937" y="1916176"/>
                  </a:lnTo>
                  <a:lnTo>
                    <a:pt x="1176972" y="1916176"/>
                  </a:lnTo>
                  <a:lnTo>
                    <a:pt x="1168640" y="1915798"/>
                  </a:lnTo>
                  <a:lnTo>
                    <a:pt x="1160414" y="1914683"/>
                  </a:lnTo>
                  <a:lnTo>
                    <a:pt x="1152308" y="1912854"/>
                  </a:lnTo>
                  <a:lnTo>
                    <a:pt x="1144503" y="1910387"/>
                  </a:lnTo>
                  <a:lnTo>
                    <a:pt x="1125029" y="1899539"/>
                  </a:lnTo>
                  <a:lnTo>
                    <a:pt x="1143698" y="1856739"/>
                  </a:lnTo>
                  <a:lnTo>
                    <a:pt x="1168717" y="1798954"/>
                  </a:lnTo>
                  <a:lnTo>
                    <a:pt x="1131925" y="1758499"/>
                  </a:lnTo>
                  <a:lnTo>
                    <a:pt x="817054" y="1035050"/>
                  </a:lnTo>
                  <a:lnTo>
                    <a:pt x="802100" y="962723"/>
                  </a:lnTo>
                  <a:lnTo>
                    <a:pt x="805838" y="925393"/>
                  </a:lnTo>
                  <a:lnTo>
                    <a:pt x="1123759" y="183261"/>
                  </a:lnTo>
                  <a:lnTo>
                    <a:pt x="1164034" y="129047"/>
                  </a:lnTo>
                  <a:lnTo>
                    <a:pt x="1219263" y="109219"/>
                  </a:lnTo>
                  <a:lnTo>
                    <a:pt x="1990783" y="109219"/>
                  </a:lnTo>
                  <a:lnTo>
                    <a:pt x="1979612" y="83565"/>
                  </a:lnTo>
                  <a:lnTo>
                    <a:pt x="1960252" y="48702"/>
                  </a:lnTo>
                  <a:lnTo>
                    <a:pt x="1934845" y="22399"/>
                  </a:lnTo>
                  <a:lnTo>
                    <a:pt x="1905246" y="5788"/>
                  </a:lnTo>
                  <a:lnTo>
                    <a:pt x="1873313" y="0"/>
                  </a:lnTo>
                  <a:close/>
                </a:path>
                <a:path w="4638675" h="5155565">
                  <a:moveTo>
                    <a:pt x="673671" y="3125216"/>
                  </a:moveTo>
                  <a:lnTo>
                    <a:pt x="272351" y="3125216"/>
                  </a:lnTo>
                  <a:lnTo>
                    <a:pt x="253499" y="3128559"/>
                  </a:lnTo>
                  <a:lnTo>
                    <a:pt x="221559" y="3153344"/>
                  </a:lnTo>
                  <a:lnTo>
                    <a:pt x="9715" y="3635248"/>
                  </a:lnTo>
                  <a:lnTo>
                    <a:pt x="0" y="3682491"/>
                  </a:lnTo>
                  <a:lnTo>
                    <a:pt x="2428" y="3706864"/>
                  </a:lnTo>
                  <a:lnTo>
                    <a:pt x="209994" y="4191380"/>
                  </a:lnTo>
                  <a:lnTo>
                    <a:pt x="236315" y="4226814"/>
                  </a:lnTo>
                  <a:lnTo>
                    <a:pt x="272351" y="4239768"/>
                  </a:lnTo>
                  <a:lnTo>
                    <a:pt x="673671" y="4239768"/>
                  </a:lnTo>
                  <a:lnTo>
                    <a:pt x="724034" y="4211585"/>
                  </a:lnTo>
                  <a:lnTo>
                    <a:pt x="936307" y="3729735"/>
                  </a:lnTo>
                  <a:lnTo>
                    <a:pt x="946118" y="3682491"/>
                  </a:lnTo>
                  <a:lnTo>
                    <a:pt x="943665" y="3658119"/>
                  </a:lnTo>
                  <a:lnTo>
                    <a:pt x="735266" y="3173476"/>
                  </a:lnTo>
                  <a:lnTo>
                    <a:pt x="709326" y="3138154"/>
                  </a:lnTo>
                  <a:lnTo>
                    <a:pt x="673671" y="3125216"/>
                  </a:lnTo>
                  <a:close/>
                </a:path>
                <a:path w="4638675" h="5155565">
                  <a:moveTo>
                    <a:pt x="3518090" y="569976"/>
                  </a:moveTo>
                  <a:lnTo>
                    <a:pt x="2192591" y="569976"/>
                  </a:lnTo>
                  <a:lnTo>
                    <a:pt x="2324036" y="871854"/>
                  </a:lnTo>
                  <a:lnTo>
                    <a:pt x="2336680" y="911353"/>
                  </a:lnTo>
                  <a:lnTo>
                    <a:pt x="2340895" y="953436"/>
                  </a:lnTo>
                  <a:lnTo>
                    <a:pt x="2336680" y="995495"/>
                  </a:lnTo>
                  <a:lnTo>
                    <a:pt x="2323981" y="1035050"/>
                  </a:lnTo>
                  <a:lnTo>
                    <a:pt x="1976691" y="1832610"/>
                  </a:lnTo>
                  <a:lnTo>
                    <a:pt x="1957276" y="1867473"/>
                  </a:lnTo>
                  <a:lnTo>
                    <a:pt x="1902253" y="1910387"/>
                  </a:lnTo>
                  <a:lnTo>
                    <a:pt x="1870265" y="1916176"/>
                  </a:lnTo>
                  <a:lnTo>
                    <a:pt x="4270937" y="1916176"/>
                  </a:lnTo>
                  <a:lnTo>
                    <a:pt x="3771328" y="768985"/>
                  </a:lnTo>
                  <a:lnTo>
                    <a:pt x="3747017" y="719172"/>
                  </a:lnTo>
                  <a:lnTo>
                    <a:pt x="3717402" y="675658"/>
                  </a:lnTo>
                  <a:lnTo>
                    <a:pt x="3683294" y="638939"/>
                  </a:lnTo>
                  <a:lnTo>
                    <a:pt x="3645500" y="609514"/>
                  </a:lnTo>
                  <a:lnTo>
                    <a:pt x="3604828" y="587880"/>
                  </a:lnTo>
                  <a:lnTo>
                    <a:pt x="3562089" y="574535"/>
                  </a:lnTo>
                  <a:lnTo>
                    <a:pt x="3518090" y="569976"/>
                  </a:lnTo>
                  <a:close/>
                </a:path>
                <a:path w="4638675" h="5155565">
                  <a:moveTo>
                    <a:pt x="2097722" y="569976"/>
                  </a:moveTo>
                  <a:lnTo>
                    <a:pt x="1867344" y="569976"/>
                  </a:lnTo>
                  <a:lnTo>
                    <a:pt x="1822215" y="574535"/>
                  </a:lnTo>
                  <a:lnTo>
                    <a:pt x="1778968" y="587880"/>
                  </a:lnTo>
                  <a:lnTo>
                    <a:pt x="1738162" y="609514"/>
                  </a:lnTo>
                  <a:lnTo>
                    <a:pt x="1700357" y="638939"/>
                  </a:lnTo>
                  <a:lnTo>
                    <a:pt x="1666114" y="675658"/>
                  </a:lnTo>
                  <a:lnTo>
                    <a:pt x="1635991" y="719172"/>
                  </a:lnTo>
                  <a:lnTo>
                    <a:pt x="1610550" y="768985"/>
                  </a:lnTo>
                  <a:lnTo>
                    <a:pt x="1179639" y="1762632"/>
                  </a:lnTo>
                  <a:lnTo>
                    <a:pt x="1167574" y="1790700"/>
                  </a:lnTo>
                  <a:lnTo>
                    <a:pt x="1187590" y="1801814"/>
                  </a:lnTo>
                  <a:lnTo>
                    <a:pt x="1194429" y="1804009"/>
                  </a:lnTo>
                  <a:lnTo>
                    <a:pt x="1201626" y="1805638"/>
                  </a:lnTo>
                  <a:lnTo>
                    <a:pt x="1208942" y="1806624"/>
                  </a:lnTo>
                  <a:lnTo>
                    <a:pt x="1216342" y="1806955"/>
                  </a:lnTo>
                  <a:lnTo>
                    <a:pt x="1831022" y="1806955"/>
                  </a:lnTo>
                  <a:lnTo>
                    <a:pt x="1885568" y="1787064"/>
                  </a:lnTo>
                  <a:lnTo>
                    <a:pt x="1925256" y="1732788"/>
                  </a:lnTo>
                  <a:lnTo>
                    <a:pt x="2233231" y="1025651"/>
                  </a:lnTo>
                  <a:lnTo>
                    <a:pt x="2248180" y="953436"/>
                  </a:lnTo>
                  <a:lnTo>
                    <a:pt x="2244447" y="916102"/>
                  </a:lnTo>
                  <a:lnTo>
                    <a:pt x="2233231" y="881126"/>
                  </a:lnTo>
                  <a:lnTo>
                    <a:pt x="2097722" y="569976"/>
                  </a:lnTo>
                  <a:close/>
                </a:path>
                <a:path w="4638675" h="5155565">
                  <a:moveTo>
                    <a:pt x="1990783" y="109219"/>
                  </a:moveTo>
                  <a:lnTo>
                    <a:pt x="1833943" y="109219"/>
                  </a:lnTo>
                  <a:lnTo>
                    <a:pt x="1862294" y="114341"/>
                  </a:lnTo>
                  <a:lnTo>
                    <a:pt x="1888537" y="129047"/>
                  </a:lnTo>
                  <a:lnTo>
                    <a:pt x="1911042" y="152350"/>
                  </a:lnTo>
                  <a:lnTo>
                    <a:pt x="1928177" y="183261"/>
                  </a:lnTo>
                  <a:lnTo>
                    <a:pt x="2092134" y="559688"/>
                  </a:lnTo>
                  <a:lnTo>
                    <a:pt x="2187003" y="559688"/>
                  </a:lnTo>
                  <a:lnTo>
                    <a:pt x="1990783" y="109219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952" y="1715897"/>
              <a:ext cx="3203448" cy="342620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70152" y="153161"/>
            <a:ext cx="80867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>
                <a:solidFill>
                  <a:srgbClr val="1F487C"/>
                </a:solidFill>
              </a:rPr>
              <a:t>SMART</a:t>
            </a:r>
            <a:r>
              <a:rPr sz="4000" spc="-30" dirty="0">
                <a:solidFill>
                  <a:srgbClr val="1F487C"/>
                </a:solidFill>
              </a:rPr>
              <a:t> </a:t>
            </a:r>
            <a:r>
              <a:rPr sz="4000" spc="90" dirty="0">
                <a:solidFill>
                  <a:srgbClr val="1F487C"/>
                </a:solidFill>
              </a:rPr>
              <a:t>INDIA</a:t>
            </a:r>
            <a:r>
              <a:rPr sz="4000" spc="-15" dirty="0">
                <a:solidFill>
                  <a:srgbClr val="1F487C"/>
                </a:solidFill>
              </a:rPr>
              <a:t> </a:t>
            </a:r>
            <a:r>
              <a:rPr sz="4000" dirty="0">
                <a:solidFill>
                  <a:srgbClr val="1F487C"/>
                </a:solidFill>
              </a:rPr>
              <a:t>HACKATHON</a:t>
            </a:r>
            <a:r>
              <a:rPr sz="4000" spc="5" dirty="0">
                <a:solidFill>
                  <a:srgbClr val="1F487C"/>
                </a:solidFill>
              </a:rPr>
              <a:t> </a:t>
            </a:r>
            <a:r>
              <a:rPr sz="4000" spc="-60" dirty="0">
                <a:solidFill>
                  <a:srgbClr val="1F487C"/>
                </a:solidFill>
              </a:rPr>
              <a:t>2026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410057" y="1090421"/>
            <a:ext cx="5757545" cy="4846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</a:tabLst>
            </a:pPr>
            <a:r>
              <a:rPr sz="1500" dirty="0">
                <a:latin typeface="Times New Roman"/>
                <a:cs typeface="Times New Roman"/>
              </a:rPr>
              <a:t>Problem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Statement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ID –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SIH26043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30"/>
              </a:spcBef>
              <a:buFont typeface="Wingdings"/>
              <a:buChar char=""/>
            </a:pPr>
            <a:endParaRPr sz="15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1500" dirty="0">
                <a:latin typeface="Times New Roman"/>
                <a:cs typeface="Times New Roman"/>
              </a:rPr>
              <a:t>Problem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Statement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Title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–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Digital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Platform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Crowdsource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Societal </a:t>
            </a:r>
            <a:r>
              <a:rPr sz="1500" dirty="0">
                <a:latin typeface="Times New Roman"/>
                <a:cs typeface="Times New Roman"/>
              </a:rPr>
              <a:t>Challenges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Facilitate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Collaborative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Problem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Solving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through</a:t>
            </a:r>
            <a:endParaRPr sz="15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Universities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Industry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Partnerships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1500" dirty="0">
                <a:latin typeface="Times New Roman"/>
                <a:cs typeface="Times New Roman"/>
              </a:rPr>
              <a:t>Theme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–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Smart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Education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buFont typeface="Wingdings"/>
              <a:buChar char=""/>
            </a:pPr>
            <a:endParaRPr sz="1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1500" dirty="0">
                <a:latin typeface="Times New Roman"/>
                <a:cs typeface="Times New Roman"/>
              </a:rPr>
              <a:t>PS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Category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–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  <a:buFont typeface="Wingdings"/>
              <a:buChar char=""/>
            </a:pPr>
            <a:endParaRPr sz="1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1500" dirty="0">
                <a:latin typeface="Times New Roman"/>
                <a:cs typeface="Times New Roman"/>
              </a:rPr>
              <a:t>Team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–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IT012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  <a:buFont typeface="Wingdings"/>
              <a:buChar char=""/>
            </a:pPr>
            <a:endParaRPr sz="1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1500" dirty="0">
                <a:latin typeface="Times New Roman"/>
                <a:cs typeface="Times New Roman"/>
              </a:rPr>
              <a:t>Team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Name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–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NEXUS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5"/>
              </a:spcBef>
              <a:buFont typeface="Wingdings"/>
              <a:buChar char=""/>
            </a:pPr>
            <a:endParaRPr sz="1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1500" dirty="0">
                <a:latin typeface="Times New Roman"/>
                <a:cs typeface="Times New Roman"/>
              </a:rPr>
              <a:t>PROPOSED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SOLUTION: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SAMAJ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SETU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AI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  <a:buFont typeface="Wingdings"/>
              <a:buChar char=""/>
            </a:pPr>
            <a:endParaRPr sz="1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1500" spc="-10" dirty="0">
                <a:latin typeface="Times New Roman"/>
                <a:cs typeface="Times New Roman"/>
              </a:rPr>
              <a:t>AI-</a:t>
            </a:r>
            <a:r>
              <a:rPr sz="1500" dirty="0">
                <a:latin typeface="Times New Roman"/>
                <a:cs typeface="Times New Roman"/>
              </a:rPr>
              <a:t>Powered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Societal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Innovation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&amp;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Collaboration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Portal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5150" y="0"/>
            <a:ext cx="1466850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3352" rIns="0" bIns="0" rtlCol="0">
            <a:spAutoFit/>
          </a:bodyPr>
          <a:lstStyle/>
          <a:p>
            <a:pPr marL="34105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SAMAJ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924" y="1264056"/>
            <a:ext cx="10414000" cy="482183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00"/>
              </a:spcBef>
              <a:buFont typeface="Wingdings"/>
              <a:buChar char=""/>
              <a:tabLst>
                <a:tab pos="298450" algn="l"/>
              </a:tabLst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single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platform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connecting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Citizens,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Government,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Universities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Industry.</a:t>
            </a:r>
            <a:endParaRPr sz="16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298450" algn="l"/>
              </a:tabLst>
            </a:pPr>
            <a:r>
              <a:rPr sz="1600" dirty="0">
                <a:latin typeface="Times New Roman"/>
                <a:cs typeface="Times New Roman"/>
              </a:rPr>
              <a:t>Citizens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report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real-</a:t>
            </a:r>
            <a:r>
              <a:rPr sz="1600" dirty="0">
                <a:latin typeface="Times New Roman"/>
                <a:cs typeface="Times New Roman"/>
              </a:rPr>
              <a:t>world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problems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photos/videos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location.</a:t>
            </a:r>
            <a:endParaRPr sz="16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310"/>
              </a:spcBef>
              <a:buFont typeface="Wingdings"/>
              <a:buChar char=""/>
              <a:tabLst>
                <a:tab pos="298450" algn="l"/>
              </a:tabLst>
            </a:pPr>
            <a:r>
              <a:rPr sz="1600" dirty="0">
                <a:latin typeface="Times New Roman"/>
                <a:cs typeface="Times New Roman"/>
              </a:rPr>
              <a:t>AI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categorize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problems,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remove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duplicates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identify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priority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problems.</a:t>
            </a:r>
            <a:endParaRPr sz="16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315"/>
              </a:spcBef>
              <a:buFont typeface="Wingdings"/>
              <a:buChar char=""/>
              <a:tabLst>
                <a:tab pos="298450" algn="l"/>
              </a:tabLst>
            </a:pPr>
            <a:r>
              <a:rPr sz="1600" dirty="0">
                <a:latin typeface="Times New Roman"/>
                <a:cs typeface="Times New Roman"/>
              </a:rPr>
              <a:t>AI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identifies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relevant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universities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experts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resources.</a:t>
            </a:r>
            <a:endParaRPr sz="16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298450" algn="l"/>
              </a:tabLst>
            </a:pPr>
            <a:r>
              <a:rPr sz="1600" dirty="0">
                <a:latin typeface="Times New Roman"/>
                <a:cs typeface="Times New Roman"/>
              </a:rPr>
              <a:t>Universities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assemble student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lang="en-IN" sz="1600" spc="-40">
                <a:latin typeface="Times New Roman"/>
                <a:cs typeface="Times New Roman"/>
              </a:rPr>
              <a:t>and </a:t>
            </a:r>
            <a:r>
              <a:rPr sz="1600">
                <a:latin typeface="Times New Roman"/>
                <a:cs typeface="Times New Roman"/>
              </a:rPr>
              <a:t>faculty</a:t>
            </a:r>
            <a:r>
              <a:rPr sz="1600" spc="-35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teams to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develop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solutions.</a:t>
            </a:r>
            <a:endParaRPr sz="16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315"/>
              </a:spcBef>
              <a:buFont typeface="Wingdings"/>
              <a:buChar char=""/>
              <a:tabLst>
                <a:tab pos="298450" algn="l"/>
              </a:tabLst>
            </a:pPr>
            <a:r>
              <a:rPr sz="1600" dirty="0">
                <a:latin typeface="Times New Roman"/>
                <a:cs typeface="Times New Roman"/>
              </a:rPr>
              <a:t>Industry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provides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mentoring,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funding,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technology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pilot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support.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20" dirty="0">
                <a:latin typeface="Times New Roman"/>
                <a:cs typeface="Times New Roman"/>
              </a:rPr>
              <a:t>Tracks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entire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journey: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dirty="0">
                <a:latin typeface="Times New Roman"/>
                <a:cs typeface="Times New Roman"/>
              </a:rPr>
              <a:t>Problem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Team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Solution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Prototype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Implementation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Social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Impact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Innovation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Times New Roman"/>
                <a:cs typeface="Times New Roman"/>
              </a:rPr>
              <a:t>: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spc="-20" dirty="0">
                <a:latin typeface="Times New Roman"/>
                <a:cs typeface="Times New Roman"/>
              </a:rPr>
              <a:t>AI-</a:t>
            </a:r>
            <a:r>
              <a:rPr sz="1600" dirty="0">
                <a:latin typeface="Times New Roman"/>
                <a:cs typeface="Times New Roman"/>
              </a:rPr>
              <a:t>powered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Problem-</a:t>
            </a:r>
            <a:r>
              <a:rPr sz="1600" spc="-10" dirty="0">
                <a:latin typeface="Times New Roman"/>
                <a:cs typeface="Times New Roman"/>
              </a:rPr>
              <a:t>to-</a:t>
            </a:r>
            <a:r>
              <a:rPr sz="1600" dirty="0">
                <a:latin typeface="Times New Roman"/>
                <a:cs typeface="Times New Roman"/>
              </a:rPr>
              <a:t>Solution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matching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Ecosystem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dirty="0">
                <a:latin typeface="Times New Roman"/>
                <a:cs typeface="Times New Roman"/>
              </a:rPr>
              <a:t>Converts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scattered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community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problems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into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organized,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collaborative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measurable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solutions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Unique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Features:</a:t>
            </a: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ts val="1730"/>
              </a:lnSpc>
              <a:spcBef>
                <a:spcPts val="530"/>
              </a:spcBef>
            </a:pPr>
            <a:r>
              <a:rPr sz="1600" dirty="0">
                <a:latin typeface="Times New Roman"/>
                <a:cs typeface="Times New Roman"/>
              </a:rPr>
              <a:t>AI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categorization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Duplicate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detection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Smart university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matching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Multi-</a:t>
            </a:r>
            <a:r>
              <a:rPr sz="1600" dirty="0">
                <a:latin typeface="Times New Roman"/>
                <a:cs typeface="Times New Roman"/>
              </a:rPr>
              <a:t>stakeholder collaboration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Real-</a:t>
            </a:r>
            <a:r>
              <a:rPr sz="1600" dirty="0">
                <a:latin typeface="Times New Roman"/>
                <a:cs typeface="Times New Roman"/>
              </a:rPr>
              <a:t>time </a:t>
            </a:r>
            <a:r>
              <a:rPr sz="1600" spc="-10" dirty="0">
                <a:latin typeface="Times New Roman"/>
                <a:cs typeface="Times New Roman"/>
              </a:rPr>
              <a:t>impact tracking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7380" y="353695"/>
            <a:ext cx="655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NEXUS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5150" y="0"/>
            <a:ext cx="1466850" cy="6762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6113" y="1142961"/>
            <a:ext cx="7836915" cy="522465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71850" y="221741"/>
            <a:ext cx="5448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Times New Roman"/>
                <a:cs typeface="Times New Roman"/>
              </a:rPr>
              <a:t>TECHNICAL</a:t>
            </a:r>
            <a:r>
              <a:rPr sz="3600" b="1" spc="-36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APPROACH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8533" y="1590293"/>
            <a:ext cx="346456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TECHNOLOGY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STACK: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b="1" dirty="0">
                <a:latin typeface="Times New Roman"/>
                <a:cs typeface="Times New Roman"/>
              </a:rPr>
              <a:t>Frontend: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React.js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Flutter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b="1" dirty="0">
                <a:latin typeface="Times New Roman"/>
                <a:cs typeface="Times New Roman"/>
              </a:rPr>
              <a:t>Backend: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Node.js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FastAPI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b="1" dirty="0">
                <a:latin typeface="Times New Roman"/>
                <a:cs typeface="Times New Roman"/>
              </a:rPr>
              <a:t>Database: </a:t>
            </a:r>
            <a:r>
              <a:rPr sz="1600" spc="-10" dirty="0">
                <a:latin typeface="Times New Roman"/>
                <a:cs typeface="Times New Roman"/>
              </a:rPr>
              <a:t>PostgreSQL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10" dirty="0">
                <a:latin typeface="Times New Roman"/>
                <a:cs typeface="Times New Roman"/>
              </a:rPr>
              <a:t> MongoDB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b="1" dirty="0">
                <a:latin typeface="Times New Roman"/>
                <a:cs typeface="Times New Roman"/>
              </a:rPr>
              <a:t>AI: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Python,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NLP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Machine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Learning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b="1" dirty="0">
                <a:latin typeface="Times New Roman"/>
                <a:cs typeface="Times New Roman"/>
              </a:rPr>
              <a:t>Maps: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Maps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API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Cloud: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AWS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Firebase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b="1" dirty="0">
                <a:latin typeface="Times New Roman"/>
                <a:cs typeface="Times New Roman"/>
              </a:rPr>
              <a:t>Alerts: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Firebase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Cloud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Messaging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9768" y="120269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605"/>
                </a:moveTo>
                <a:lnTo>
                  <a:pt x="10084" y="331062"/>
                </a:lnTo>
                <a:lnTo>
                  <a:pt x="39159" y="262783"/>
                </a:lnTo>
                <a:lnTo>
                  <a:pt x="60266" y="230598"/>
                </a:lnTo>
                <a:lnTo>
                  <a:pt x="85457" y="199907"/>
                </a:lnTo>
                <a:lnTo>
                  <a:pt x="114513" y="170852"/>
                </a:lnTo>
                <a:lnTo>
                  <a:pt x="147211" y="143576"/>
                </a:lnTo>
                <a:lnTo>
                  <a:pt x="183330" y="118221"/>
                </a:lnTo>
                <a:lnTo>
                  <a:pt x="222651" y="94929"/>
                </a:lnTo>
                <a:lnTo>
                  <a:pt x="264952" y="73844"/>
                </a:lnTo>
                <a:lnTo>
                  <a:pt x="310011" y="55108"/>
                </a:lnTo>
                <a:lnTo>
                  <a:pt x="357609" y="38863"/>
                </a:lnTo>
                <a:lnTo>
                  <a:pt x="407523" y="25252"/>
                </a:lnTo>
                <a:lnTo>
                  <a:pt x="459534" y="14418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8"/>
                </a:lnTo>
                <a:lnTo>
                  <a:pt x="844333" y="25252"/>
                </a:lnTo>
                <a:lnTo>
                  <a:pt x="894248" y="38863"/>
                </a:lnTo>
                <a:lnTo>
                  <a:pt x="941847" y="55108"/>
                </a:lnTo>
                <a:lnTo>
                  <a:pt x="986909" y="73844"/>
                </a:lnTo>
                <a:lnTo>
                  <a:pt x="1029212" y="94929"/>
                </a:lnTo>
                <a:lnTo>
                  <a:pt x="1068536" y="118221"/>
                </a:lnTo>
                <a:lnTo>
                  <a:pt x="1104659" y="143576"/>
                </a:lnTo>
                <a:lnTo>
                  <a:pt x="1137361" y="170852"/>
                </a:lnTo>
                <a:lnTo>
                  <a:pt x="1166419" y="199907"/>
                </a:lnTo>
                <a:lnTo>
                  <a:pt x="1191614" y="230598"/>
                </a:lnTo>
                <a:lnTo>
                  <a:pt x="1212723" y="262783"/>
                </a:lnTo>
                <a:lnTo>
                  <a:pt x="1241803" y="331062"/>
                </a:lnTo>
                <a:lnTo>
                  <a:pt x="1251889" y="403605"/>
                </a:lnTo>
                <a:lnTo>
                  <a:pt x="1249331" y="440339"/>
                </a:lnTo>
                <a:lnTo>
                  <a:pt x="1229527" y="510893"/>
                </a:lnTo>
                <a:lnTo>
                  <a:pt x="1191614" y="576613"/>
                </a:lnTo>
                <a:lnTo>
                  <a:pt x="1166419" y="607304"/>
                </a:lnTo>
                <a:lnTo>
                  <a:pt x="1137361" y="636359"/>
                </a:lnTo>
                <a:lnTo>
                  <a:pt x="1104659" y="663635"/>
                </a:lnTo>
                <a:lnTo>
                  <a:pt x="1068536" y="688990"/>
                </a:lnTo>
                <a:lnTo>
                  <a:pt x="1029212" y="712282"/>
                </a:lnTo>
                <a:lnTo>
                  <a:pt x="986909" y="733367"/>
                </a:lnTo>
                <a:lnTo>
                  <a:pt x="941847" y="752103"/>
                </a:lnTo>
                <a:lnTo>
                  <a:pt x="894248" y="768348"/>
                </a:lnTo>
                <a:lnTo>
                  <a:pt x="844333" y="781959"/>
                </a:lnTo>
                <a:lnTo>
                  <a:pt x="792323" y="792793"/>
                </a:lnTo>
                <a:lnTo>
                  <a:pt x="738438" y="800708"/>
                </a:lnTo>
                <a:lnTo>
                  <a:pt x="682901" y="805562"/>
                </a:lnTo>
                <a:lnTo>
                  <a:pt x="625932" y="807211"/>
                </a:lnTo>
                <a:lnTo>
                  <a:pt x="568959" y="805562"/>
                </a:lnTo>
                <a:lnTo>
                  <a:pt x="513419" y="800708"/>
                </a:lnTo>
                <a:lnTo>
                  <a:pt x="459534" y="792793"/>
                </a:lnTo>
                <a:lnTo>
                  <a:pt x="407523" y="781959"/>
                </a:lnTo>
                <a:lnTo>
                  <a:pt x="357609" y="768348"/>
                </a:lnTo>
                <a:lnTo>
                  <a:pt x="310011" y="752103"/>
                </a:lnTo>
                <a:lnTo>
                  <a:pt x="264952" y="733367"/>
                </a:lnTo>
                <a:lnTo>
                  <a:pt x="222651" y="712282"/>
                </a:lnTo>
                <a:lnTo>
                  <a:pt x="183330" y="688990"/>
                </a:lnTo>
                <a:lnTo>
                  <a:pt x="147211" y="663635"/>
                </a:lnTo>
                <a:lnTo>
                  <a:pt x="114513" y="636359"/>
                </a:lnTo>
                <a:lnTo>
                  <a:pt x="85457" y="607304"/>
                </a:lnTo>
                <a:lnTo>
                  <a:pt x="60266" y="576613"/>
                </a:lnTo>
                <a:lnTo>
                  <a:pt x="39159" y="544428"/>
                </a:lnTo>
                <a:lnTo>
                  <a:pt x="10084" y="476149"/>
                </a:lnTo>
                <a:lnTo>
                  <a:pt x="0" y="403605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27380" y="221741"/>
            <a:ext cx="655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1800" b="0" spc="-25" dirty="0">
                <a:latin typeface="Calibri"/>
                <a:cs typeface="Calibri"/>
              </a:rPr>
              <a:t>THE </a:t>
            </a:r>
            <a:r>
              <a:rPr sz="1800" b="0" spc="-10" dirty="0">
                <a:latin typeface="Calibri"/>
                <a:cs typeface="Calibri"/>
              </a:rPr>
              <a:t>NEXUS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5150" y="0"/>
            <a:ext cx="1466850" cy="6762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346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FEASIBILITY</a:t>
            </a:r>
            <a:r>
              <a:rPr spc="-3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259" y="1226896"/>
            <a:ext cx="7317105" cy="1527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FEASIBILITY: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35496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Proven</a:t>
            </a:r>
            <a:r>
              <a:rPr sz="1600" b="1" spc="-7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Technology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reliable </a:t>
            </a:r>
            <a:r>
              <a:rPr sz="1600" spc="-10" dirty="0">
                <a:latin typeface="Times New Roman"/>
                <a:cs typeface="Times New Roman"/>
              </a:rPr>
              <a:t>Cloud,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AI,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Web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GIS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technologies.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arenR"/>
              <a:tabLst>
                <a:tab pos="354965" algn="l"/>
              </a:tabLst>
            </a:pPr>
            <a:r>
              <a:rPr sz="1600" b="1" dirty="0">
                <a:latin typeface="Times New Roman"/>
                <a:cs typeface="Times New Roman"/>
              </a:rPr>
              <a:t>Easy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Simple dashboards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Citizens,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Universities, Industry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Government.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arenR"/>
              <a:tabLst>
                <a:tab pos="354965" algn="l"/>
              </a:tabLst>
            </a:pPr>
            <a:r>
              <a:rPr sz="1600" b="1" dirty="0">
                <a:latin typeface="Times New Roman"/>
                <a:cs typeface="Times New Roman"/>
              </a:rPr>
              <a:t>Highly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Scalable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District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National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level.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Times New Roman"/>
                <a:cs typeface="Times New Roman"/>
              </a:rPr>
              <a:t>CHALLENGES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 </a:t>
            </a:r>
            <a:r>
              <a:rPr sz="1600" b="1" spc="-10" dirty="0">
                <a:latin typeface="Times New Roman"/>
                <a:cs typeface="Times New Roman"/>
              </a:rPr>
              <a:t>MITIGATION: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7380" y="353695"/>
            <a:ext cx="655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NEXUS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5150" y="0"/>
            <a:ext cx="1466850" cy="628650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49350" y="2939923"/>
          <a:ext cx="8322945" cy="201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7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Challenge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Solution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Duplicate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fake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problems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duplicate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validation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Wrong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university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matching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capability-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6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matching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participation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Gamification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reminders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delays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Milestone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alerts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privacy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risks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Role-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encryption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575259" y="5280405"/>
            <a:ext cx="84207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VIABILITY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ROADMAP:</a:t>
            </a:r>
            <a:endParaRPr sz="16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MVP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Portal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→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AI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Engine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University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Collaboration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Industry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Integration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Analytics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Scale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991995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IMPACT</a:t>
            </a:r>
            <a:r>
              <a:rPr spc="-254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BENEFITS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7491" y="1549908"/>
            <a:ext cx="523875" cy="1159510"/>
            <a:chOff x="507491" y="1549908"/>
            <a:chExt cx="523875" cy="11595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91" y="1549908"/>
              <a:ext cx="523494" cy="4274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491" y="1793748"/>
              <a:ext cx="521970" cy="4274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7491" y="2037588"/>
              <a:ext cx="523494" cy="4274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7491" y="2281427"/>
              <a:ext cx="523494" cy="42748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17626" y="1318640"/>
            <a:ext cx="10323195" cy="4050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STAKEHOLDER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IMPACT:</a:t>
            </a:r>
            <a:endParaRPr sz="1800">
              <a:latin typeface="Times New Roman"/>
              <a:cs typeface="Times New Roman"/>
            </a:endParaRPr>
          </a:p>
          <a:p>
            <a:pPr marL="3429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Times New Roman"/>
                <a:cs typeface="Times New Roman"/>
              </a:rPr>
              <a:t>Citizens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Easy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problem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reporting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transparent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tracking</a:t>
            </a:r>
            <a:endParaRPr sz="1600">
              <a:latin typeface="Times New Roman"/>
              <a:cs typeface="Times New Roman"/>
            </a:endParaRPr>
          </a:p>
          <a:p>
            <a:pPr marL="342900" marR="3146425" indent="-1905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Universities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Students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Real-</a:t>
            </a:r>
            <a:r>
              <a:rPr sz="1600" dirty="0">
                <a:latin typeface="Times New Roman"/>
                <a:cs typeface="Times New Roman"/>
              </a:rPr>
              <a:t>world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research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startup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opportunities </a:t>
            </a:r>
            <a:r>
              <a:rPr sz="1600" b="1" dirty="0">
                <a:latin typeface="Times New Roman"/>
                <a:cs typeface="Times New Roman"/>
              </a:rPr>
              <a:t>Industry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Startups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Innovation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pipeline,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CSR,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mentoring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technology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transfer </a:t>
            </a:r>
            <a:r>
              <a:rPr sz="1600" b="1" dirty="0">
                <a:latin typeface="Times New Roman"/>
                <a:cs typeface="Times New Roman"/>
              </a:rPr>
              <a:t>Government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Data-</a:t>
            </a:r>
            <a:r>
              <a:rPr sz="1600" dirty="0">
                <a:latin typeface="Times New Roman"/>
                <a:cs typeface="Times New Roman"/>
              </a:rPr>
              <a:t>driven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decisions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transparent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monitoring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MEASURABLE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OUTCOMES: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dirty="0">
                <a:latin typeface="Times New Roman"/>
                <a:cs typeface="Times New Roman"/>
              </a:rPr>
              <a:t>Challenges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Submitted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Universities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Engaged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Student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Industry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Collaboration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Pilots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Community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Impact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3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Key</a:t>
            </a:r>
            <a:r>
              <a:rPr sz="1800" b="1" spc="-10" dirty="0">
                <a:latin typeface="Times New Roman"/>
                <a:cs typeface="Times New Roman"/>
              </a:rPr>
              <a:t> Impacts: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b="1" dirty="0">
                <a:latin typeface="Times New Roman"/>
                <a:cs typeface="Times New Roman"/>
              </a:rPr>
              <a:t>SOCIAL: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Faster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resolution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community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problems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ECONOMIC: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Startups,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patents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employment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opportunities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Times New Roman"/>
                <a:cs typeface="Times New Roman"/>
              </a:rPr>
              <a:t>INNOVATION: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Stronger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Government–University–</a:t>
            </a:r>
            <a:r>
              <a:rPr sz="1600" dirty="0">
                <a:latin typeface="Times New Roman"/>
                <a:cs typeface="Times New Roman"/>
              </a:rPr>
              <a:t>Industry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collaboration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00">
              <a:latin typeface="Times New Roman"/>
              <a:cs typeface="Times New Roman"/>
            </a:endParaRPr>
          </a:p>
          <a:p>
            <a:pPr marL="62865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Key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Message: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Times New Roman"/>
                <a:cs typeface="Times New Roman"/>
              </a:rPr>
              <a:t>“</a:t>
            </a:r>
            <a:r>
              <a:rPr sz="1600" dirty="0">
                <a:latin typeface="Times New Roman"/>
                <a:cs typeface="Times New Roman"/>
              </a:rPr>
              <a:t>SAMAJ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SETU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AI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turns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citizens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passive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beneficiaries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active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contributors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innovation.”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7380" y="353695"/>
            <a:ext cx="655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NEXUS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25150" y="0"/>
            <a:ext cx="1466850" cy="67627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163955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660" dirty="0"/>
              <a:t> </a:t>
            </a:r>
            <a:r>
              <a:rPr dirty="0"/>
              <a:t>AND</a:t>
            </a:r>
            <a:r>
              <a:rPr spc="-10" dirty="0"/>
              <a:t> 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225372"/>
            <a:ext cx="10525125" cy="18630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RESEARCH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BASIS: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"/>
              </a:spcBef>
              <a:buFont typeface="Wingdings"/>
              <a:buChar char=""/>
              <a:tabLst>
                <a:tab pos="298450" algn="l"/>
              </a:tabLst>
            </a:pPr>
            <a:r>
              <a:rPr sz="1600" b="1" dirty="0">
                <a:latin typeface="Times New Roman"/>
                <a:cs typeface="Times New Roman"/>
              </a:rPr>
              <a:t>AI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Machine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Learning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Text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classification,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semantic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similarity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smart</a:t>
            </a:r>
            <a:r>
              <a:rPr sz="1600" spc="-10" dirty="0">
                <a:latin typeface="Times New Roman"/>
                <a:cs typeface="Times New Roman"/>
              </a:rPr>
              <a:t> recommendations.</a:t>
            </a:r>
            <a:endParaRPr sz="1600">
              <a:latin typeface="Times New Roman"/>
              <a:cs typeface="Times New Roman"/>
            </a:endParaRPr>
          </a:p>
          <a:p>
            <a:pPr marL="349250" indent="-336550">
              <a:lnSpc>
                <a:spcPct val="100000"/>
              </a:lnSpc>
              <a:buFont typeface="Wingdings"/>
              <a:buChar char=""/>
              <a:tabLst>
                <a:tab pos="349250" algn="l"/>
              </a:tabLst>
            </a:pPr>
            <a:r>
              <a:rPr sz="1600" b="1" dirty="0">
                <a:latin typeface="Times New Roman"/>
                <a:cs typeface="Times New Roman"/>
              </a:rPr>
              <a:t>GIS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Technology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Maps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location-</a:t>
            </a:r>
            <a:r>
              <a:rPr sz="1600" dirty="0">
                <a:latin typeface="Times New Roman"/>
                <a:cs typeface="Times New Roman"/>
              </a:rPr>
              <a:t>based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identification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community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problems.</a:t>
            </a:r>
            <a:endParaRPr sz="1600">
              <a:latin typeface="Times New Roman"/>
              <a:cs typeface="Times New Roman"/>
            </a:endParaRPr>
          </a:p>
          <a:p>
            <a:pPr marL="349250" indent="-336550">
              <a:lnSpc>
                <a:spcPct val="100000"/>
              </a:lnSpc>
              <a:buFont typeface="Wingdings"/>
              <a:buChar char=""/>
              <a:tabLst>
                <a:tab pos="349250" algn="l"/>
              </a:tabLst>
            </a:pPr>
            <a:r>
              <a:rPr sz="1600" b="1" dirty="0">
                <a:latin typeface="Times New Roman"/>
                <a:cs typeface="Times New Roman"/>
              </a:rPr>
              <a:t>Project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Lifecycle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Management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Tracks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problems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submission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solution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implementation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impact.</a:t>
            </a:r>
            <a:endParaRPr sz="16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sz="1600" b="1" dirty="0">
                <a:latin typeface="Times New Roman"/>
                <a:cs typeface="Times New Roman"/>
              </a:rPr>
              <a:t>In</a:t>
            </a:r>
            <a:r>
              <a:rPr sz="1600" b="1" spc="-8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Government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Alignment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Supports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India,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Smart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India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Hackathon,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AICTE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Innovation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Atal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Innovation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Mission.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30" dirty="0">
                <a:latin typeface="Times New Roman"/>
                <a:cs typeface="Times New Roman"/>
              </a:rPr>
              <a:t>RELEVANT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SUSTAINABLE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DEVELOPMENT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GOALS: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7380" y="353695"/>
            <a:ext cx="655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NEXUS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5150" y="0"/>
            <a:ext cx="1466850" cy="6762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664" y="3134735"/>
            <a:ext cx="10109939" cy="154828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3379" y="4934204"/>
            <a:ext cx="1636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REFERENCES: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9" name="object 9"/>
          <p:cNvSpPr txBox="1"/>
          <p:nvPr/>
        </p:nvSpPr>
        <p:spPr>
          <a:xfrm>
            <a:off x="773379" y="5210047"/>
            <a:ext cx="407479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/>
                <a:cs typeface="Times New Roman"/>
              </a:rPr>
              <a:t>Smart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India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Hackathon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(SIH)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sih.gov.in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/>
                <a:cs typeface="Times New Roman"/>
              </a:rPr>
              <a:t>AICTE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aicte-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india.org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/>
                <a:cs typeface="Times New Roman"/>
              </a:rPr>
              <a:t>Atal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Innovation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Mission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(AIM)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aim.gov.in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/>
                <a:cs typeface="Times New Roman"/>
              </a:rPr>
              <a:t>Digital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India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7"/>
              </a:rPr>
              <a:t>digitalindia.gov.in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81161" y="5257546"/>
            <a:ext cx="2895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“Every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societal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problem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an </a:t>
            </a:r>
            <a:r>
              <a:rPr sz="1800" b="1" dirty="0">
                <a:latin typeface="Times New Roman"/>
                <a:cs typeface="Times New Roman"/>
              </a:rPr>
              <a:t>opportunity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for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innovation”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580</Words>
  <Application>Microsoft Office PowerPoint</Application>
  <PresentationFormat>Widescreen</PresentationFormat>
  <Paragraphs>104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 MT</vt:lpstr>
      <vt:lpstr>Calibri</vt:lpstr>
      <vt:lpstr>Times New Roman</vt:lpstr>
      <vt:lpstr>Wingdings</vt:lpstr>
      <vt:lpstr>Office Theme</vt:lpstr>
      <vt:lpstr>SMART INDIA HACKATHON 2026</vt:lpstr>
      <vt:lpstr>SAMAJ</vt:lpstr>
      <vt:lpstr>THE NEXUS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Sanjaiy K</cp:lastModifiedBy>
  <cp:revision>1</cp:revision>
  <dcterms:created xsi:type="dcterms:W3CDTF">2026-09-08T04:19:22Z</dcterms:created>
  <dcterms:modified xsi:type="dcterms:W3CDTF">2026-09-08T04:23:07Z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2026-09-07T00:00:00Z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2026-09-08T00:00:00Z</vt:filetime>
  </property>
  <property fmtid="{D5CDD505-2E9C-101B-9397-08002B2CF9AE}" pid="6" name="Producer">
    <vt:lpwstr>Microsoft® PowerPoint® 2019</vt:lpwstr>
  </property>
</Properties>
</file>